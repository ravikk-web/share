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204" autoAdjust="0"/>
  </p:normalViewPr>
  <p:slideViewPr>
    <p:cSldViewPr snapToGrid="0" snapToObjects="1">
      <p:cViewPr varScale="1">
        <p:scale>
          <a:sx n="83" d="100"/>
          <a:sy n="83" d="100"/>
        </p:scale>
        <p:origin x="65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6CB4CA-66C1-4106-B3A3-D64C0B634871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22C8FF-17E5-4ABD-A98A-3739CB377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469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for The Problem:</a:t>
            </a:r>
          </a:p>
          <a:p>
            <a:r>
              <a:t>Discuss the key points shown on the slide. Emphasize rule-based determinism and safe-fail mechanisms.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for The Solution:</a:t>
            </a:r>
          </a:p>
          <a:p>
            <a:r>
              <a:t>Discuss the key points shown on the slide. Emphasize rule-based determinism and safe-fail mechanisms.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for Key Benefits:</a:t>
            </a:r>
          </a:p>
          <a:p>
            <a:r>
              <a:t>Discuss the key points shown on the slide. Emphasize rule-based determinism and safe-fail mechanisms.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for Architecture at a Glance:</a:t>
            </a:r>
          </a:p>
          <a:p>
            <a:r>
              <a:t>Discuss the key points shown on the slide. Emphasize rule-based determinism and safe-fail mechanisms.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for End-to-End Workflow:</a:t>
            </a:r>
          </a:p>
          <a:p>
            <a:r>
              <a:t>Discuss the key points shown on the slide. Emphasize rule-based determinism and safe-fail mechanisms.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for Phase Map:</a:t>
            </a:r>
          </a:p>
          <a:p>
            <a:r>
              <a:t>Discuss the key points shown on the slide. Emphasize rule-based determinism and safe-fail mechanisms.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for Prevalidation Hard Gate:</a:t>
            </a:r>
          </a:p>
          <a:p>
            <a:r>
              <a:t>Discuss the key points shown on the slide. Emphasize rule-based determinism and safe-fail mechanisms.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for Upgrade Hops:</a:t>
            </a:r>
          </a:p>
          <a:p>
            <a:r>
              <a:t>Discuss the key points shown on the slide. Emphasize rule-based determinism and safe-fail mechanisms.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for Monitoring &amp; Alerts:</a:t>
            </a:r>
          </a:p>
          <a:p>
            <a:r>
              <a:t>Discuss the key points shown on the slide. Emphasize rule-based determinism and safe-fail mechanisms.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for Postvalidation &amp; Baseline Diff:</a:t>
            </a:r>
          </a:p>
          <a:p>
            <a:r>
              <a:t>Discuss the key points shown on the slide. Emphasize rule-based determinism and safe-fail mechanisms.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for Operator Upgrade &amp; Validation:</a:t>
            </a:r>
          </a:p>
          <a:p>
            <a:r>
              <a:t>Discuss the key points shown on the slide. Emphasize rule-based determinism and safe-fail mechanisms.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for Safety &amp; Guardrails:</a:t>
            </a:r>
          </a:p>
          <a:p>
            <a:r>
              <a:t>Discuss the key points shown on the slide. Emphasize rule-based determinism and safe-fail mechanisms.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for Dual-Version Strategy:</a:t>
            </a:r>
          </a:p>
          <a:p>
            <a:r>
              <a:t>Discuss the key points shown on the slide. Emphasize rule-based determinism and safe-fail mechanisms.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for Reporting &amp; Outputs:</a:t>
            </a:r>
          </a:p>
          <a:p>
            <a:r>
              <a:t>Discuss the key points shown on the slide. Emphasize rule-based determinism and safe-fail mechanisms.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for Summary &amp; Next Steps:</a:t>
            </a:r>
          </a:p>
          <a:p>
            <a:r>
              <a:t>Discuss the key points shown on the slide. Emphasize rule-based determinism and safe-fail mechanisms.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for Q&amp;A / Thank You:</a:t>
            </a:r>
          </a:p>
          <a:p>
            <a:r>
              <a:t>Discuss the key points shown on the slide. Emphasize rule-based determinism and safe-fail mechanisms.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ARO Cluster Upgrade Automation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Rule-Based Ansible Automation for ARO Y-Stream Upgrades</a:t>
            </a:r>
          </a:p>
          <a:p>
            <a:r>
              <a:rPr dirty="0"/>
              <a:t>By: </a:t>
            </a:r>
            <a:r>
              <a:rPr lang="en-US" dirty="0"/>
              <a:t>Ravikant &amp; Abhishek</a:t>
            </a:r>
            <a:endParaRPr dirty="0"/>
          </a:p>
          <a:p>
            <a:r>
              <a:rPr dirty="0"/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Manual ARO upgrades are risky and inconsistent.</a:t>
            </a:r>
          </a:p>
          <a:p>
            <a:r>
              <a:t>Lack of audit trails.</a:t>
            </a:r>
          </a:p>
          <a:p>
            <a:r>
              <a:t>High potential for human error.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Deterministic, rule-based Ansible automation.</a:t>
            </a:r>
          </a:p>
          <a:p>
            <a:r>
              <a:t>Zero AI in the execution path.</a:t>
            </a:r>
          </a:p>
          <a:p>
            <a:r>
              <a:t>Safe, ordered sequential version hops.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Deterministic execution.</a:t>
            </a:r>
          </a:p>
          <a:p>
            <a:r>
              <a:t>Fully auditable (.txt, .csv, HTML).</a:t>
            </a:r>
          </a:p>
          <a:p>
            <a:r>
              <a:t>Dual-version compatibility (2.7.17 / 2.14.18).</a:t>
            </a:r>
          </a:p>
          <a:p>
            <a:r>
              <a:t>Safe-fail: Login once, logout on any failure.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architecture-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371600"/>
            <a:ext cx="9144000" cy="50152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1288" y="2505456"/>
            <a:ext cx="3584448" cy="2222310"/>
          </a:xfrm>
        </p:spPr>
        <p:txBody>
          <a:bodyPr>
            <a:normAutofit/>
          </a:bodyPr>
          <a:lstStyle/>
          <a:p>
            <a:r>
              <a:rPr dirty="0"/>
              <a:t>End-to-End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master-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862" y="128372"/>
            <a:ext cx="3817876" cy="66012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Phase 01: Login &amp; Baseline Snapshot</a:t>
            </a:r>
          </a:p>
          <a:p>
            <a:r>
              <a:rPr dirty="0"/>
              <a:t>Phase 02: </a:t>
            </a:r>
            <a:r>
              <a:rPr dirty="0" err="1"/>
              <a:t>Prevalidation</a:t>
            </a:r>
            <a:endParaRPr dirty="0"/>
          </a:p>
          <a:p>
            <a:r>
              <a:rPr dirty="0"/>
              <a:t>Phase 03: Initiate Upgrade Loop</a:t>
            </a:r>
          </a:p>
          <a:p>
            <a:r>
              <a:rPr dirty="0"/>
              <a:t>Phase 04: Live Monitoring</a:t>
            </a:r>
          </a:p>
          <a:p>
            <a:r>
              <a:rPr dirty="0"/>
              <a:t>Phase 05: </a:t>
            </a:r>
            <a:r>
              <a:rPr dirty="0" err="1"/>
              <a:t>Postvalidation</a:t>
            </a:r>
            <a:endParaRPr dirty="0"/>
          </a:p>
          <a:p>
            <a:r>
              <a:rPr lang="en-US" dirty="0"/>
              <a:t>Phase 06</a:t>
            </a:r>
            <a:r>
              <a:rPr dirty="0"/>
              <a:t>: Operator Upgrade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Prevalidation Hard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prevalidation-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181" y="1417637"/>
            <a:ext cx="4145638" cy="54115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1952" y="2491660"/>
            <a:ext cx="2637470" cy="1874679"/>
          </a:xfrm>
        </p:spPr>
        <p:txBody>
          <a:bodyPr>
            <a:normAutofit/>
          </a:bodyPr>
          <a:lstStyle/>
          <a:p>
            <a:r>
              <a:rPr dirty="0"/>
              <a:t>Upgrade Hops</a:t>
            </a:r>
          </a:p>
        </p:txBody>
      </p:sp>
      <p:pic>
        <p:nvPicPr>
          <p:cNvPr id="4" name="Picture 3" descr="per-hop-upgr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089" y="116778"/>
            <a:ext cx="2637471" cy="66244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462" y="2980892"/>
            <a:ext cx="5659174" cy="1143000"/>
          </a:xfrm>
        </p:spPr>
        <p:txBody>
          <a:bodyPr/>
          <a:lstStyle/>
          <a:p>
            <a:r>
              <a:t>Monitoring &amp; Alerts</a:t>
            </a:r>
          </a:p>
        </p:txBody>
      </p:sp>
      <p:pic>
        <p:nvPicPr>
          <p:cNvPr id="4" name="Picture 3" descr="monitoring-lo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8849" y="98143"/>
            <a:ext cx="2795902" cy="67598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Postvalidation &amp; Baseline Diff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10 Checks executed after final hop.</a:t>
            </a:r>
          </a:p>
          <a:p>
            <a:r>
              <a:rPr dirty="0"/>
              <a:t>Ensures CV, CO, MCP, Node, and </a:t>
            </a:r>
            <a:r>
              <a:rPr dirty="0" err="1"/>
              <a:t>etcd</a:t>
            </a:r>
            <a:r>
              <a:rPr dirty="0"/>
              <a:t> health.</a:t>
            </a:r>
          </a:p>
          <a:p>
            <a:r>
              <a:rPr dirty="0"/>
              <a:t>Compares Phase 05 state against Phase 01 baseline snapshot.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17264"/>
            <a:ext cx="4364182" cy="4223471"/>
          </a:xfrm>
        </p:spPr>
        <p:txBody>
          <a:bodyPr/>
          <a:lstStyle/>
          <a:p>
            <a:r>
              <a:rPr dirty="0"/>
              <a:t>Operator Upgrade &amp; Validation</a:t>
            </a:r>
          </a:p>
        </p:txBody>
      </p:sp>
      <p:pic>
        <p:nvPicPr>
          <p:cNvPr id="4" name="Picture 3" descr="operator-upgr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312" y="101601"/>
            <a:ext cx="4050144" cy="67563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&amp; 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Login-once, logout-on-failure.</a:t>
            </a:r>
          </a:p>
          <a:p>
            <a:r>
              <a:t>HARD gates immediately halt execution.</a:t>
            </a:r>
          </a:p>
          <a:p>
            <a:r>
              <a:t>WARN gates notify but proceed.</a:t>
            </a:r>
          </a:p>
          <a:p>
            <a:r>
              <a:t>force flag is manual-only.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Dual-Version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Runs on Ansible 2.7.17 and 2.14.18.</a:t>
            </a:r>
          </a:p>
          <a:p>
            <a:r>
              <a:t>Short module names.</a:t>
            </a:r>
          </a:p>
          <a:p>
            <a:r>
              <a:t>No bare includes.</a:t>
            </a:r>
          </a:p>
          <a:p>
            <a:r>
              <a:t>Jinja2 strictness via default('').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Reporting &amp;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HTML Reports (Pre/Post validation).</a:t>
            </a:r>
          </a:p>
          <a:p>
            <a:r>
              <a:t>Logs (dual .txt and .csv).</a:t>
            </a:r>
          </a:p>
          <a:p>
            <a:r>
              <a:t>Baseline JSON snapshot.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Testing on RHEL 8 jump host.</a:t>
            </a:r>
          </a:p>
          <a:p>
            <a:r>
              <a:t>End-to-end dry-run validation.</a:t>
            </a:r>
          </a:p>
          <a:p>
            <a:r>
              <a:t>Operator handover.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/ 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643</Words>
  <Application>Microsoft Office PowerPoint</Application>
  <PresentationFormat>Widescreen</PresentationFormat>
  <Paragraphs>96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ARO Cluster Upgrade Automation</vt:lpstr>
      <vt:lpstr>The Problem</vt:lpstr>
      <vt:lpstr>The Solution</vt:lpstr>
      <vt:lpstr>Key Benefits</vt:lpstr>
      <vt:lpstr>Architecture at a Glance</vt:lpstr>
      <vt:lpstr>End-to-End Workflow</vt:lpstr>
      <vt:lpstr>Phase Map</vt:lpstr>
      <vt:lpstr>Prevalidation Hard Gate</vt:lpstr>
      <vt:lpstr>Upgrade Hops</vt:lpstr>
      <vt:lpstr>Monitoring &amp; Alerts</vt:lpstr>
      <vt:lpstr>Postvalidation &amp; Baseline Diff</vt:lpstr>
      <vt:lpstr>Operator Upgrade &amp; Validation</vt:lpstr>
      <vt:lpstr>Safety &amp; Guardrails</vt:lpstr>
      <vt:lpstr>Dual-Version Strategy</vt:lpstr>
      <vt:lpstr>Reporting &amp; Outputs</vt:lpstr>
      <vt:lpstr>Summary &amp; Next Steps</vt:lpstr>
      <vt:lpstr>Q&amp;A / 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Kispotta, Ravikant</cp:lastModifiedBy>
  <cp:revision>4</cp:revision>
  <dcterms:created xsi:type="dcterms:W3CDTF">2013-01-27T09:14:16Z</dcterms:created>
  <dcterms:modified xsi:type="dcterms:W3CDTF">2026-08-24T03:08:55Z</dcterms:modified>
  <cp:category/>
</cp:coreProperties>
</file>