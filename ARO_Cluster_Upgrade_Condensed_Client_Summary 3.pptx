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ARO_Cluster_Upgrade_Client_Presentation.pptx,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 CLUSTER UPGRADE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5568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82296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2688" y="1051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Azure Red Hat OpenShift (ARO)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0876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Cluster Upgrade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Automation Framework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32688" y="2971800"/>
            <a:ext cx="7726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7E3F2"/>
                </a:solidFill>
              </a:rPr>
              <a:t>Deterministic multi-hop lifecycle management with closed-loop validation, remediation, drift assurance and reporting.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823960" y="10972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23960" y="1097280"/>
            <a:ext cx="64008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25128" y="12801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14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025128" y="1719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PRE-UPGRADE CHECKS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23960" y="24688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23960" y="246888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25128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25128" y="3090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AUTO-REMEDIATIONS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23960" y="3840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23960" y="3840480"/>
            <a:ext cx="64008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25128" y="4023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24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25128" y="4462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MODULAR ROLES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D8"/>
                </a:solidFill>
              </a:rPr>
              <a:t>Executive client summary | Version 1.0.0-PROD | Target OCP 4.12 → 4.14+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WHY AUTOMATE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Business problem and measurable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Manual upgrades combine long monitoring windows, sequencing risk and incomplete audit evidence.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Current risks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5166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Sequential minor-version upgrades require accurate channel and hop selection.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Pending CSRs, cordoned nodes, MCP instability and operator skew can block progress.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Manual sessions provide limited baseline comparison and fragmented audit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</a:rPr>
              <a:t>Outcome with the framework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2148840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One-touch, fail-closed execution across required OpenShift Y-stream hops.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Automated monitoring, safe remediation and post-upgrade health verification.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Immutable JSON snapshots, structured drift analysis and executive reporting.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5074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5074920"/>
            <a:ext cx="64008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5257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Single trigger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6968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ENGINEER INVOLVEMENT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5074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507492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47288" y="5257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Zero 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47288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EXECUTION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5074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6440" y="5074920"/>
            <a:ext cx="64008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07608" y="5257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No outage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07608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SERVICE GOAL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66760" y="5074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66760" y="5074920"/>
            <a:ext cx="64008" cy="9601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67928" y="5257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747"/>
                </a:solidFill>
              </a:rPr>
              <a:t>Pre/Post diff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67928" y="5696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64748B"/>
                </a:solidFill>
              </a:rPr>
              <a:t>AUDIT OUTPUT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Layered orchestration with clear execution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Operations use simple wrappers while all cluster interactions remain inside modular Ansible roles.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489204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Shell surface: 00_Run.sh through 06_Cleanup.sh for full or phase-specific execution.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main.yml coordinates six phases, shared facts, rescue logic and teardown.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24 single-responsibility roles cover validation, remediation, upgrade, monitoring and reporting.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OpenShift API interactions flow through Ansible roles to CVO, MCO and OLM.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</a:rPr>
              <a:t>PID locking prevents concurrent runs and protects state artifacts.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806440" y="1783080"/>
            <a:ext cx="5715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crops/diagram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002" y="1892808"/>
            <a:ext cx="5123876" cy="38953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EXECUTION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Closed-loop multi-hop upgrade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Each hop must fully settle before the framework advances to the next minor version.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6629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rops/diagram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192" y="1892808"/>
            <a:ext cx="5063736" cy="3849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801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Six gated phases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0" y="2148840"/>
            <a:ext cx="3886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Pre-validate and capture baseline.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Apply deterministic remediation, then re-check.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Build and execute the valid Y-stream hop path.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Poll CVO, operators and MCPs every 30 seconds.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Synchronize Day-2 operators after core stability.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Post-validate, diff and report.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89520" y="5577840"/>
            <a:ext cx="3794760" cy="493776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2C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54112" y="57150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9A5B00"/>
                </a:solidFill>
              </a:rPr>
              <a:t>Fail closed: no next hop if the settle gate fails.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Validation, settlement and state assurance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Automation only fixes known, non-disruptive conditions and verifies the same health baseline after upgrade.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</a:rPr>
              <a:t>Pre-validation and safe fixes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49834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14 checks: nodes, ClusterOperators, MCPs, etcd, CSRs, PVCs, API and capacity.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6 rule-based fixes include CSR approval, evicted pod cleanup and node uncordon.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Persistent or non-remediable issues stop execution before cluster mutation.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Settlement equation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4736592"/>
            <a:ext cx="5074920" cy="10241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9C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747"/>
                </a:solidFill>
              </a:rPr>
              <a:t>CVO completed  +  all operators healthy  +  MCP updated = ready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783080"/>
            <a:ext cx="562356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crops/diagram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792" y="1892808"/>
            <a:ext cx="5063736" cy="38496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ENTERPRISE CONTROLS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Security, risk handling and production readiness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design prioritizes cluster stability, credential safety and auditable failure handling.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rops/diagram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64352"/>
            <a:ext cx="4672584" cy="35522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Built-in controls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2121408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Least-privilege ServiceAccount RBAC and ephemeral authentication tokens.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Secrets via environment variables or Ansible Vault with no_log guardrails.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Atomic snapshot writes, controlled scratch storage and cleanup on interruption.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Hard stop for etcd degradation, failed hop settlement or active process lock.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52160" y="4709160"/>
            <a:ext cx="5257800" cy="100584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2C8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4910328"/>
            <a:ext cx="360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</a:rPr>
              <a:t>Production readiness: 92%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80760" y="5266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Remaining: staging soak test, proxy timeout tuning and CAB runbook sign-off.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97706"/>
                </a:solidFill>
              </a:rPr>
              <a:t>ROLLOUT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7"/>
                </a:solidFill>
              </a:rPr>
              <a:t>Deployment, operating modes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A controlled staging pilot should precede operational handover and production fleet rollout.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Controller prerequisites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5074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Enterprise Linux controller with Python 3.8+, Ansible 2.7.17 or 2.14.18+, oc and jq.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Network access to ARO API 6443/TCP, Azure 443/TCP and enterprise SMTP.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Supports private ARO connectivity through bastion, VPN or ExpressRoute.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3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Operating modes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553712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Full lifecycle: ./00_Run.sh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Validation-only and --dry-run modes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Resume, stop-after-phase and forced cleanup controls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03504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</a:rPr>
              <a:t>Recommended rollout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24028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2340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</a:rPr>
              <a:t>Staging pilot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66560" y="2542032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Exercise multi-hop flow, workload continuity, snapshots and email reporting.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035040" y="3483864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3584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</a:rPr>
              <a:t>SRE handover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66560" y="3785616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Walk through runbook and simulate known blockers.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035040" y="4727448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4828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4681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</a:rPr>
              <a:t>Production rollout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0" y="5029200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</a:rPr>
              <a:t>Use approved maintenance windows and monitor Day-2 operator alignment.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035040" y="5897880"/>
            <a:ext cx="5074920" cy="384048"/>
          </a:xfrm>
          <a:prstGeom prst="round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599846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Decision gate: complete staging evidence and CAB approval before production.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858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 Cluster Upgrade Automation Framework</dc:title>
  <dc:subject>Condensed client presentation for ARO cluster upgrade automation</dc:subject>
  <dc:creator>Kispotta, Ravikant</dc:creator>
  <cp:lastModifiedBy>Kispotta, Ravikant</cp:lastModifiedBy>
  <cp:revision>2</cp:revision>
  <dcterms:created xsi:type="dcterms:W3CDTF">2026-09-08T16:15:43Z</dcterms:created>
  <dcterms:modified xsi:type="dcterms:W3CDTF">2026-09-08T19:41:32Z</dcterms:modified>
</cp:coreProperties>
</file>